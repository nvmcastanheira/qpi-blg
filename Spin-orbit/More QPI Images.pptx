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26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F2DF1-818A-4BEA-859A-8FDF4675B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636865-5D7C-4554-BF8F-8DD2B8A026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914ADE-7639-485E-BC91-148E9568E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7CD68-8F77-40D3-8009-191D90BAFAE4}" type="datetimeFigureOut">
              <a:rPr lang="en-US" smtClean="0"/>
              <a:t>1/24/2022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26FADC-9D53-4999-B710-CC6C72253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BBCC5-DAA0-49BA-94C1-B4EECBC3B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D58B8-67D8-4AB6-8E72-F82B22E72D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9834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80F4C-F34F-4513-9AD4-A850450C5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22DC4D-B177-4241-B427-4E24FA51D4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9BB870-2A45-4564-8695-221CE7267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7CD68-8F77-40D3-8009-191D90BAFAE4}" type="datetimeFigureOut">
              <a:rPr lang="en-US" smtClean="0"/>
              <a:t>1/24/2022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9CEFFE-68AB-44E2-9396-EDF4912A6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63D999-B771-4D76-93C6-51D1721E6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D58B8-67D8-4AB6-8E72-F82B22E72D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3782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3AF77-889F-49EE-B17C-B3A9878E2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D4E48A-037C-49B7-AD92-237FABE6E1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42B023-5B62-4B3B-B931-9167E93C6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7CD68-8F77-40D3-8009-191D90BAFAE4}" type="datetimeFigureOut">
              <a:rPr lang="en-US" smtClean="0"/>
              <a:t>1/24/2022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CB34A0-B960-4466-A4B9-35B561F37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F38059-352D-40EE-9F07-B435B9DE8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D58B8-67D8-4AB6-8E72-F82B22E72D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8212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37ACC-8509-4663-AFD4-C855C518E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2C7BC5-D8CB-4D0B-8105-97F66872FF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BAC311-329E-47F9-B6B9-0A023A8626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E1C21C-099B-4888-8E6E-0768FF3CB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7CD68-8F77-40D3-8009-191D90BAFAE4}" type="datetimeFigureOut">
              <a:rPr lang="en-US" smtClean="0"/>
              <a:t>1/24/2022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98F660-29E1-4668-9D76-DC0051659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843B1F-5436-44FD-96E3-4F230C5B0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D58B8-67D8-4AB6-8E72-F82B22E72D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483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DABD0-DCEA-4C63-A61B-DD674D342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7C0A59-5BD6-4E17-928C-D060B102CD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715DA0-4F1D-4577-ABB8-DD2CDA02A6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606D2B-221F-4D12-8ACD-B3E6942B07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43181B-4CF4-4E9F-8267-D8666942D7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98D46A-9792-4A66-82DA-0987B2BF2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7CD68-8F77-40D3-8009-191D90BAFAE4}" type="datetimeFigureOut">
              <a:rPr lang="en-US" smtClean="0"/>
              <a:t>1/24/2022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87AD25-D93C-45CA-BBF2-0C499D520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32CB43-1FEF-464D-BB21-E746E1992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D58B8-67D8-4AB6-8E72-F82B22E72D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364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D1F9F-FD24-4583-A162-0EB2013E9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6D6535-F907-43BB-87C5-051857F18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7CD68-8F77-40D3-8009-191D90BAFAE4}" type="datetimeFigureOut">
              <a:rPr lang="en-US" smtClean="0"/>
              <a:t>1/24/2022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BC33E9-D871-4BE7-A88F-6562A8A95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BA3264-D57A-49F8-986A-B439C7C70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D58B8-67D8-4AB6-8E72-F82B22E72D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6004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5D9C66-E1AC-4307-BF53-DA6C04D42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7CD68-8F77-40D3-8009-191D90BAFAE4}" type="datetimeFigureOut">
              <a:rPr lang="en-US" smtClean="0"/>
              <a:t>1/24/2022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9CADB5-31B2-41C1-BF03-C373C922D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9EB3D6-FBC2-4B0C-9602-C44236683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D58B8-67D8-4AB6-8E72-F82B22E72D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5488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9177B-6FB9-423A-BC20-A3D024804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60587B-387B-4DE4-8C26-992B4F982E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41DBDF-A350-4647-92E2-8A643867AD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35AEE8-58C7-4AEA-AFE3-3F9F5EB45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7CD68-8F77-40D3-8009-191D90BAFAE4}" type="datetimeFigureOut">
              <a:rPr lang="en-US" smtClean="0"/>
              <a:t>1/24/2022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CBD235-D804-496C-B317-6BE32293A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420C26-3DBF-427D-A085-FD243F36D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D58B8-67D8-4AB6-8E72-F82B22E72D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3846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D99DE-4947-48C0-9179-D313C8BA6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FD3031-3B6A-4C64-92E7-1CB0355DF2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7B62C6-A24B-4D7B-984E-DDB930DBA2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462519-8B39-42FD-99DF-AB074E3124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7CD68-8F77-40D3-8009-191D90BAFAE4}" type="datetimeFigureOut">
              <a:rPr lang="en-US" smtClean="0"/>
              <a:t>1/24/2022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D78E35-E8A5-4DD5-96E7-E0A6B096D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AC31CA-41F6-4E1F-B00D-9A5FC8B34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D58B8-67D8-4AB6-8E72-F82B22E72D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8404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65495-1C57-4555-BD80-741B96901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C0BD38-F14B-4412-A7E8-1D680C3FE6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5F3C0F-C092-4D96-AB0A-0CAC79EF2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7CD68-8F77-40D3-8009-191D90BAFAE4}" type="datetimeFigureOut">
              <a:rPr lang="en-US" smtClean="0"/>
              <a:t>1/24/2022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8750D3-E87E-41C4-BCF1-DDCE2521B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428E30-7B0B-4E64-8022-D295BAF18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D58B8-67D8-4AB6-8E72-F82B22E72D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7465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CA589D7-9385-4459-A057-02D2452CCD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B62E6A-CD8B-40B8-9C8A-1BAFA99C4C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AB8CA5-1CBC-4297-96DE-2BE84A526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7CD68-8F77-40D3-8009-191D90BAFAE4}" type="datetimeFigureOut">
              <a:rPr lang="en-US" smtClean="0"/>
              <a:t>1/24/2022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337633-D010-484F-844C-3FCD6A429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63CF8C-2EF0-4733-B5D4-DAB5D65A6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D58B8-67D8-4AB6-8E72-F82B22E72D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4849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43796D-F20E-4938-9DA4-B5200420B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95F4BD-E34F-47BD-9BFD-AE4839848A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F25A18-6416-4A5D-B859-28C607E3A2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C7CD68-8F77-40D3-8009-191D90BAFAE4}" type="datetimeFigureOut">
              <a:rPr lang="en-US" smtClean="0"/>
              <a:t>1/24/2022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A4D2F8-1179-4CFC-8541-5E344EEC21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471209-B017-4C24-A8E9-BD26E177A7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FD58B8-67D8-4AB6-8E72-F82B22E72D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8423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journals.aps.org/prb/abstract/10.1103/PhysRevB.95.115307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D7C06-3225-4D01-B768-CCE53BDF27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59529" y="2085788"/>
            <a:ext cx="6884895" cy="1496649"/>
          </a:xfrm>
        </p:spPr>
        <p:txBody>
          <a:bodyPr anchor="b">
            <a:normAutofit/>
          </a:bodyPr>
          <a:lstStyle/>
          <a:p>
            <a:r>
              <a:rPr lang="en-US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Figure 3 (</a:t>
            </a:r>
            <a:r>
              <a:rPr lang="en-US" sz="32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Kohsaka</a:t>
            </a:r>
            <a:r>
              <a:rPr lang="en-US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887943-A31C-43F8-801B-6FEDF6414D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0" y="3948056"/>
            <a:ext cx="6096000" cy="830134"/>
          </a:xfrm>
        </p:spPr>
        <p:txBody>
          <a:bodyPr anchor="t">
            <a:normAutofit/>
          </a:bodyPr>
          <a:lstStyle/>
          <a:p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Reference: </a:t>
            </a:r>
            <a:r>
              <a:rPr lang="en-US" sz="1800" u="sng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PMingLiU" panose="02020500000000000000" pitchFamily="18" charset="-120"/>
                <a:cs typeface="Times New Roman" panose="02020603050405020304" pitchFamily="18" charset="0"/>
                <a:hlinkClick r:id="rId2"/>
              </a:rPr>
              <a:t>https://journals.aps.org/prb/abstract/10.1103/PhysRevB.95.115307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905038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A6DF3-AFDB-4AFE-BBB0-2A5E21CD5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Content Placeholder 8" descr="A picture containing shape&#10;&#10;Description automatically generated">
            <a:extLst>
              <a:ext uri="{FF2B5EF4-FFF2-40B4-BE49-F238E27FC236}">
                <a16:creationId xmlns:a16="http://schemas.microsoft.com/office/drawing/2014/main" id="{97200091-74B9-43D7-B77E-53FE3C8EE2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9677" y="3429000"/>
            <a:ext cx="3434250" cy="3210884"/>
          </a:xfrm>
        </p:spPr>
      </p:pic>
      <p:pic>
        <p:nvPicPr>
          <p:cNvPr id="11" name="Picture 10" descr="A picture containing light, blur&#10;&#10;Description automatically generated">
            <a:extLst>
              <a:ext uri="{FF2B5EF4-FFF2-40B4-BE49-F238E27FC236}">
                <a16:creationId xmlns:a16="http://schemas.microsoft.com/office/drawing/2014/main" id="{7BC40C2D-81FC-4A83-9FEF-52F12B14A1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9677" y="87556"/>
            <a:ext cx="3359605" cy="320626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FFE1F00-1F12-4BB0-A4F6-BF8563AF96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5404" y="190013"/>
            <a:ext cx="3151124" cy="391811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01655A8-5255-4647-AFD4-CA5FF091FDC7}"/>
              </a:ext>
            </a:extLst>
          </p:cNvPr>
          <p:cNvSpPr txBox="1"/>
          <p:nvPr/>
        </p:nvSpPr>
        <p:spPr>
          <a:xfrm>
            <a:off x="6195527" y="4842588"/>
            <a:ext cx="448802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Left: Reproductions of Fig. 3(a) (800x800). Top is with T-matrix formalism, and bottom is setting T = V. </a:t>
            </a:r>
          </a:p>
          <a:p>
            <a:endParaRPr lang="en-US" dirty="0"/>
          </a:p>
          <a:p>
            <a:r>
              <a:rPr lang="en-US" dirty="0"/>
              <a:t>Right: Original Fig. 3(a)</a:t>
            </a:r>
          </a:p>
        </p:txBody>
      </p:sp>
    </p:spTree>
    <p:extLst>
      <p:ext uri="{BB962C8B-B14F-4D97-AF65-F5344CB8AC3E}">
        <p14:creationId xmlns:p14="http://schemas.microsoft.com/office/powerpoint/2010/main" val="21559101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64A4B-36FA-4ECD-A0A5-0E8146D0C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Content Placeholder 4" descr="A picture containing text, purple, close&#10;&#10;Description automatically generated">
            <a:extLst>
              <a:ext uri="{FF2B5EF4-FFF2-40B4-BE49-F238E27FC236}">
                <a16:creationId xmlns:a16="http://schemas.microsoft.com/office/drawing/2014/main" id="{D3C3F368-C334-45A7-B4D0-3193E1A79B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9689" y="3597568"/>
            <a:ext cx="3033777" cy="2895307"/>
          </a:xfrm>
        </p:spPr>
      </p:pic>
      <p:pic>
        <p:nvPicPr>
          <p:cNvPr id="7" name="Picture 6" descr="A picture containing light&#10;&#10;Description automatically generated">
            <a:extLst>
              <a:ext uri="{FF2B5EF4-FFF2-40B4-BE49-F238E27FC236}">
                <a16:creationId xmlns:a16="http://schemas.microsoft.com/office/drawing/2014/main" id="{877867DD-ABAC-43F0-B411-D84306A1FA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9688" y="365125"/>
            <a:ext cx="3033777" cy="289530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AE55AFF-7D51-4D40-8D08-B89DC1FD4BA1}"/>
              </a:ext>
            </a:extLst>
          </p:cNvPr>
          <p:cNvSpPr txBox="1"/>
          <p:nvPr/>
        </p:nvSpPr>
        <p:spPr>
          <a:xfrm>
            <a:off x="6195527" y="4842588"/>
            <a:ext cx="448802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Left: Reproductions of Fig. 3(b) (800x800). Top is with T-matrix formalism, and bottom is setting T = V. </a:t>
            </a:r>
          </a:p>
          <a:p>
            <a:endParaRPr lang="en-US" dirty="0"/>
          </a:p>
          <a:p>
            <a:r>
              <a:rPr lang="en-US" dirty="0"/>
              <a:t>Right: Original Fig. 3(a)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AE24984-E068-445E-9E27-2502AD40CB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8386" y="256688"/>
            <a:ext cx="3181350" cy="410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6718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EBEC3-B373-4924-A828-9E4860367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picture containing light, blur&#10;&#10;Description automatically generated">
            <a:extLst>
              <a:ext uri="{FF2B5EF4-FFF2-40B4-BE49-F238E27FC236}">
                <a16:creationId xmlns:a16="http://schemas.microsoft.com/office/drawing/2014/main" id="{1BA3A1BE-B3C9-45D4-83CD-B310F61150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716" y="365125"/>
            <a:ext cx="3862816" cy="3686505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21698C9-9981-4764-8144-4840597FC0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7309" y="365125"/>
            <a:ext cx="3228975" cy="41148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ADE9BCD-C892-4037-B3B9-89ECD6221F76}"/>
              </a:ext>
            </a:extLst>
          </p:cNvPr>
          <p:cNvSpPr txBox="1"/>
          <p:nvPr/>
        </p:nvSpPr>
        <p:spPr>
          <a:xfrm>
            <a:off x="1371600" y="5197151"/>
            <a:ext cx="36669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 3(c) Reproduction vs. original.</a:t>
            </a:r>
          </a:p>
        </p:txBody>
      </p:sp>
    </p:spTree>
    <p:extLst>
      <p:ext uri="{BB962C8B-B14F-4D97-AF65-F5344CB8AC3E}">
        <p14:creationId xmlns:p14="http://schemas.microsoft.com/office/powerpoint/2010/main" val="33152324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</TotalTime>
  <Words>106</Words>
  <Application>Microsoft Office PowerPoint</Application>
  <PresentationFormat>Widescreen</PresentationFormat>
  <Paragraphs>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Times New Roman</vt:lpstr>
      <vt:lpstr>Office Theme</vt:lpstr>
      <vt:lpstr>Figure 3 (Kohsaka)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Mendes Castanheira, Nuno Vinicius</dc:creator>
  <cp:lastModifiedBy>Mendes Castanheira, Nuno Vinicius</cp:lastModifiedBy>
  <cp:revision>2</cp:revision>
  <dcterms:created xsi:type="dcterms:W3CDTF">2022-01-24T14:43:54Z</dcterms:created>
  <dcterms:modified xsi:type="dcterms:W3CDTF">2022-01-24T15:05:50Z</dcterms:modified>
</cp:coreProperties>
</file>